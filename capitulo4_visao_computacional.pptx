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Visão Computacional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para Defesa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II — Percepção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Distinguir.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classificação, detecção e segmentação — e formular a detecção como caixas delimitadoras com classe e confiança.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duas famílias de detectores — duas etapas (Faster R-CNN) e uma etapa (YOLO) — e a troca acurácia × latência.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Dominar.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conceitos próprios da detecção — IoU, caixas âncora, supressão não-máxima e a avaliação por mAP.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Explicar.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rastreamento multiobjetivo: predição de movimento (Kalman) e associação de dados (algoritmo húngaro).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Reconhecer.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sensores de defesa — SAR, satélite e VANT — e os desafios de deslocamento de domínio e escassez de rótulos.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CNN do Cap. 3 dizia o que há na imagem; a defesa pergunta o que há, onde, quantos e para onde se movem.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Da imagem à percepção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Da classificação à detecção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Classificação, detecção e segmentação; a IoU como medida da qualidade da localização.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Duas etapas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 R-CNN à Faster R-CNN: propor regiões e classificá-las, com caixas âncora.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Uma etapa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YOLO e a detecção em tempo real; NMS para duplicatas e mAP para avaliar.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Rastreamento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Seguir alvos no tempo: filtro de Kalman e algoritmo húngaro (SORT, DeepSORT).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Sensores de defesa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SAR, satélite e VANT: física própria, deslocamento de domínio e escassez de rótulos.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Onde pesa tanto quanto o quê — e o modelo tria, o humano decide.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Project Maven é o emblema: visão profunda sobre vídeo de sensor para aliviar a sobrecarga do analista.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Da classificação à detecção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Classificação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rótulo para a imagem inteira.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108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Responde: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quê? (há um navio)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Granularidade: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cena toda, sem localizar.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Detecção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Uma caixa delimitadora + classe por objeto.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383280"/>
            <a:ext cx="3108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Responde: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quê E onde? (um navio aqui, outro ali)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Operacional: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nível certo: contar, geolocalizar, rastrear.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Segmentação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rótulo por pixel.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383280"/>
            <a:ext cx="310896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Responde: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quais pixels? (contorno exato)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mais detalhada — e a mais cara de rotular.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DIFICULDADE
CRESCENTE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detector devolve um CONJUNTO de predições — número de objetos variável e desconhecido —, e a qualidade da localização passa a importar tanto quanto a do rótulo. Para a operação, a detecção é o nível adequado.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Duas dificuldades distinguem a detecção da classificação: o número de objetos e a qualidade da localização.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Interseção sobre união (IoU): a régua da localização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 </a:t>
            </a:r>
            <a:r>
              <a:rPr sz="1600" b="1" i="0">
                <a:solidFill>
                  <a:srgbClr val="1B3A5F"/>
                </a:solidFill>
                <a:latin typeface="Calibri"/>
              </a:rPr>
              <a:t>IoU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mede o quanto duas caixas se sobrepõem — área da interseção dividida pela área da união: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11201400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607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IoU = área da sobreposição ÷ área da união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Vale 0 quando as caixas não se tocam, 1 quando coincidem. Convenciona-se acerto quando IoU ≥ 0,5.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26791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478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IoU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1363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caixas disjuntas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3429000"/>
            <a:ext cx="2679192" cy="1005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5478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IoU ≈ 0,3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91363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localização pobre: NÃO conta como acerto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429000"/>
            <a:ext cx="26791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5478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IoU ≥ 0,5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91363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detecção correta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3429000"/>
            <a:ext cx="2679192" cy="1005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35478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IoU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91363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caixa perfeita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Uma caixa mal posicionada sobre uma imagem de satélite pode significar centenas de metros de erro no terreno. A IoU não é métrica de laboratório: é medida de utilidade operacional — o onde pesa tanto quanto o quê.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Sobre a IoU se constroem tanto a avaliação (mAP) quanto a supressão de duplicatas (NMS).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Detectores de duas etapas: da R-CNN à Faster R-CNN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1·2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Propor, depois classificar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Primeiro propor regiões candidatas; depois classificar cada uma.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R-CNN (2014):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proposta clássica + CNN por região: precisa, mas lenta.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Fast R-CNN: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mapa de feições uma vez para a imagem toda (RoI pooling).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Faster R-CNN (2015):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rede de proposição (RPN) treinada de ponta a ponta.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Caixas âncora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rede parte de caixas de referência e aprende só os ajustes.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Ideia: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prever deslocamento e escala, não coordenadas do nada.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transforma a detecção em regressão bem-comportada.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Herança: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adotada, em variações, pela maioria dos detectores modernos.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Mais precisos, ao custo de maior latência.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São a escolha quando o tempo não é crítico e a acurácia é soberana — a análise cuidadosa de imagens de satélite de alta resolução, por exemplo.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Duas etapas trocam velocidade por precisão — a régua, quando há tempo para a análise em retaguarda.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Detectores de uma etapa: YOLO e o tempo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Uma única passagem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YOLO (2016) abandona a proposição: uma passagem prevê tudo de uma vez.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Prevê: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caixas, classes e objectness numa grade de células.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tempo real — dezenas de quadros por segundo.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Troca: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acurácia historicamente um pouco inferior — hoje muito reduzida.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Acurácia × latência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escolha entre as famílias é uma troca, não um ranking.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Duas etapas: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mais preciso, mais lento (satélite, retaguarda).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Uma etapa: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mais rápido, tempo real (vídeo de VANT, tático).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Latência: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restrição de projeto tão dura quanto a acurácia.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detecção em tempo real sobre vídeo de VANT é o cenário central do Project Maven — e empurra a escolha para detectores de uma etapa, executados em hardware embarcado com energia e memória limitadas (Módulo IV).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Quando a latência importa — e em vídeo de sensor ela quase sempre importa —, a segunda família se impõe.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Supressão não-máxima (NMS) e precisão média (mAP)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NMS: uma caixa por objeto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Todo detector emite várias caixas sobrepostas para o mesmo objeto.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Procedimento: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ordena por confiança; mantém a maior; descarta as que se sobrepõem (IoU alto); repete.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Calibração: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limiar alto demais funde alvos próximos; baixo demais deixa duplicatas.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mAP: a métrica certa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acurácia de classificação NÃO serve — ignora localização e número de objetos.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AP: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área sob a curva precisão-revocação (Cap. 2), por classe, com corte de IoU.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mAP: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média das AP; reportada em vários limiares de IoU. É o que uma avaliação séria reporta.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Nunca avalie um detector por acurácia.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Ela ignora a localização e o número variável de objetos. Reporte mAP, em um ou mais limiares de IoU, sempre.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IoU, NMS e mAP são o núcleo de qualquer detector — e reaparecem em todo o Módulo II.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Rastreamento multiobjetivo: seguir alvos no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Rastreamento por detecção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Detectar em cada quadro; associar as detecções às faixas existentes.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Predição (Kalman):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projeta onde cada faixa deveria estar, assumindo movimento suave.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Associação (húngaro):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casa detecções e predições minimizando o custo (1 − IoU).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SORT / DeepSORT: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as referências; a 2ª reidentifica após oclusão por aparência.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Identidade persistente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Atribuir a cada alvo um id estável para contar e traçar trajetórias.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que importa: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contar alvos únicos, não recontar o mesmo a cada quadro.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 que entrega: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trajetória e contagem — a informação operacional.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BOA
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Sob oclusão e em cenas densas ocorrem trocas de identidade (ID switches). Descritor de aparência e faixas “fantasma” ajudam, mas não eliminam: trate contagens e trajetórias como estimativas sujeitas a erro, não verdades.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Detectar em quadros isolados não basta: a operação exige seguir o mesmo objeto ao longo do tempo.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Sensores de defesa: SAR, satélite e 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Radar de abertura sintética: sensor ativo de micro-ondas.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Virtude: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independe de luz e tempo: enxerga à noite, sob nuvens.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mede reflectividade, não cor; ruído multiplicativo (speckle) exige pré-processamento.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Satélite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Cobertura ampla e múltiplas bandas espectrais.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Força: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área imensa; discrimina materiais e vegetação.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Desafio: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cenas colossais (blocos) e alvos muito pequenos no quadro.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VANT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Alta resolução, baixa altitude, tempo real.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566160"/>
            <a:ext cx="3108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Força: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domínio tático por excelência — e o do Project Maven.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Comum a todos: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deslocamento de domínio e escassez de rótulos.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SOBERANIA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extensão territorial faz da vigilância por imagem uma questão de soberania (SISFRON, Amazônia). A visão computacional é multiplicador de capacidade — e a dependência de dados e modelos estrangeiros é risco a ponderar.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Um detector treinado no óptico não transfere ao SAR sem adaptação — validar no domínio de emprego é requisito.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Aplicação integrada: triagem para vigilância de área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fluxo de imagens — de VANT ou patrulha — é varrido em busca de alvos, que são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rastreados, contados e sinalizados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para revisão humana. A métrica decisiva é a revocação da classe-alvo: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566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Detecção + rastreamento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76272"/>
            <a:ext cx="6355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modo track do YOLO integra o detector e um associador tipo SORT em uma chamada.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566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Identidade persistente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017520"/>
            <a:ext cx="6355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cada alvo conserva o seu id entre quadros — permite contar alvos únicos.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566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Métrica: revocação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858768"/>
            <a:ext cx="6355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é tolerável revisar falsos positivos; é grave deixar passar um alvo real.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566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O modelo tria, o humano 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700016"/>
            <a:ext cx="6355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controle humano significativo (Cap. 10): a triagem amplia a equipe, não a substitui.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Um falso positivo confiante ou um viés herdado dos dados pode induzir a erro de graves consequências.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sistema tria; o ser humano decide. Em detecção de alvos, essa fronteira é ainda mais sensível.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Pipeline de triagem: detecção e rastreamento contínuos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from ultralytics import YOLO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Detecta, rastreia e registra alvos de interesse,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priorizando a atencao do analista sobre o fluxo.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modelo = YOLO("yolov8n.pt")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CLASSES = {"boat", "truck", "airplane", "car"}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modo track: deteccao + associacao (SORT)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fluxo = modelo.track(source="patrulha.mp4", conf=0.40,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persist=True, stream=True)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registro = 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for quadro_id, r in enumerate(fluxo):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if r.boxes is None or r.boxes.id is None: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continue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for caixa in r.boxes: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nome = modelo.names[int(caixa.cls[0])]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if nome in CLASSES:                 # alvo de interesse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registro.append({"quadro": quadro_id,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"id": int(caixa.id[0]), "classe": nome})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ids = {r["id"] for r in registro}   # alvos unicos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print(f"Alvos rastreados: {len(ids)}")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modelo.track integra, em uma chamada, o detector e um associador do tipo SORT.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persist=True mantém as identidades entre quadros — a base para contar alvos únicos.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filtro por CLASSES foca o registro nos alvos de interesse operacional.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alvos únicos priorizam a revisão humana — controle humano sobre a decisão (Cap. 10).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Versão completa e executável no notebook do capítulo, no repositório da obra.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Classificação → detecção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quê, onde, quantos: a detecção por caixas é o nível adequado à operação.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mede a qualidade da localização; base tanto da avaliação (mAP) quanto da NMS.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Duas vs. uma etapa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Faster R-CNN mais precisa; YOLO mais rápida. A escolha é acurácia × latência.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mAP, não acurácia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média das AP sobre as classes — jamais acurácia de classificação.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Rastreamento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Kalman + húngaro (SORT/DeepSORT); oclusão gera trocas de identidade.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Sensores de defesa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SAR, satélite e VANT: física própria, deslocamento de domínio, poucos rótulos.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Da imagem à percepção operacional: detectar, avaliar por mAP, rastrear no tempo, lidar com o sensor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Avaliar detector por acurácia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682496"/>
            <a:ext cx="6446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ela ignora a localização e o número de objetos. Reporte mAP, em um ou mais limiares de IoU, sempre.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Aplicar a SAR um modelo óptico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51176"/>
            <a:ext cx="6446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SAR mede micro-ondas, não cor, e carrega speckle. Sem pré-processamento e treino no domínio, o detector falha.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Tempo real sem orçamento de latência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419856"/>
            <a:ext cx="6446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um modelo preciso mas lento demais é inútil. Dimensione a arquitetura à latência (e ao hardware embarcado).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Ajustar mal o limiar da NMS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288536"/>
            <a:ext cx="6446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alto demais funde alvos próximos; baixo demais deixa duplicatas. Calibre à densidade típica da cena.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Confiar em contagens automáticas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157216"/>
            <a:ext cx="6446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oclusões e aglomerações geram trocas de identidade. Trate a saída do rastreador como estimativa, não verdade.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Uma caixa confiante não é uma verdade — preserve o controle humano e gerencie os falsos positivos (Cap. 10).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4.7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entury Schoolbook"/>
              </a:rPr>
              <a:t>Capítulo 5 — Processamento de Linguagem Natural para Inteligência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A visão foi a primeira metade da percepção; a linguagem é a outra — e, em inteligência, a dominante. Do texto ao vetor, à classificação e à detecção de desinformação, culminando no mecanismo de atenção.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Cobrimos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metade visual da percepção: detectar, avaliar por mAP, rastrear e lidar com os sensores da defesa.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A outra metade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linguagem (Cap. 5) e os grandes modelos (Cap. 6) — que hoje também redefinem a própria visão.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comparar contra baseline, medir pela métrica certa, validar no emprego real, manter o humano na decisão.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Em percepção aplicada a alvos, a disciplina da obra não é refinamento: é inegociável.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