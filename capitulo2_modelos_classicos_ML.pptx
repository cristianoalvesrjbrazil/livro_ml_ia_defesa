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Modelos Clássicos de Machine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Learning para Defesa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 — Fundamentos e Modelos Clássicos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Formular e treinar.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regressão linear e regressão logística, distinguindo previsão de quantidade de decisão entre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Explicar.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árvores de decisão e florestas aleatórias, extraindo importâncias de variáveis úteis à auditoria.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SVMs: margem máxima, vetores de suporte e o papel dos kernels na separação não linear.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Escolher métricas.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para classes desbalanceadas — precisão, revocação, F1 e matriz de confusão lidas a custo operacional.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Construir.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em scikit-learn um pipeline comparativo que confronte os modelos clássicos sobre um mesmo problema de sensores.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Capítulo 1, o vocabulário e o pipeline; agora, do panorama à prática — os modelos que decidem.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Quatro famílias de modelos — e uma disciplina de 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Regressão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baseline de toda previsão: coeficientes com leitura direta em linguagem de engenharia.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Regressão logística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 quantidade à decisão: probabilidades calibráveis e o limiar como alavanca operacional.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Árvores e florestas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Não linearidade legível; o bagging corrige o sobreajuste e entrega importâncias de atributos.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Máquinas de vetores de suporte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Margem máxima e o truque do kernel para fronteiras não lineares em alta dimensão.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Aplicação integrada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Classificação de ameaças a partir de sensores: comparação honesta sob validação cruzada.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Qual o modelo mais simples que resolve o problema com garantias suficientes?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Em sistemas críticos, os clássicos são a baseline honesta — e, com frequência, a escolha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Regressão linear: a baseline de toda previsão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Formulação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Saída contínua como combinação linear dos atributos: ŷ = wᵀx +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Treino: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minimiza o erro quadrático médio (MSE) sobre os exemplos.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Solução fechada: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equações normais — barata de treinar, perfeitamente reproduzível.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Uso: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previsão de quantidade: consumo, horas até intervenção, alcance.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Leitura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Cada coeficiente wⱼ exprime quanto a previsão varia por unidade do atributo xⱼ.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Transparência: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modelo se explica em linguagem de engenharia.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Auditoria: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quem decide pode verificar por que o sistema recomendou.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só captura relações lineares — e isso deve ser testado, não presumido.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Manutenção preditiva de plataformas militares: estimar horas até a próxima intervenção ou consumo de missão. Quando o sistema recomenda antecipar a manutenção de um meio, o oficial precisa poder auditar a recomendação.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Simplicidade não é defeito: é virtude operacional — um modelo que se entende por completo.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2.1 — BOA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Nenhum modelo complexo sem uma baseline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Antes de qualquer arquitetura sofisticada, estabeleça a </a:t>
            </a:r>
            <a:r>
              <a:rPr sz="1600" b="1" i="0">
                <a:solidFill>
                  <a:srgbClr val="1B3A5F"/>
                </a:solidFill>
                <a:latin typeface="Calibri"/>
              </a:rPr>
              <a:t>hierarquia de baselines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ela é a régua contra a qual todo ganho será medido.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1201400" cy="15544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erro frequente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Apresentar um modelo sofisticado sem referência de comparação. Sem baseline, qualquer resultado parece bom — e ganhos marginais, obtidos a alto custo de complexidade e auditabilidade, passam por avanços.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480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9884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622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Média do alvo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o palpite mais barato: prever sempre a média histórica.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29768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7872" y="4480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449884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44622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Regressão 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507492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 primeira estrutura: relações lineares auditáveis.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29768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4480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449884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3" y="44622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Modelo não linear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507492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florestas, SVM — só se o problema exigir.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4297680"/>
            <a:ext cx="2679192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72016" y="4480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449884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44622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Ganho vs. custo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507492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o salto só se justifica se superar a régua com folga.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A baseline é o contrato de honestidade do projeto — economiza meses e evita sofisticação gratuita.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Regressão logística: da quantidade à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Da reta à probabilidade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mesma combinação linear z = wᵀx + b passa pela sigmoide σ(z) = 1/(1+e⁻ᶻ).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Saída: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P(y=1 | x) em [0, 1] — probabilidade, não apenas um rótulo.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Treino: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minimiza a entropia cruzada, que pune a confiança errada.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Apesar do nome: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um classificador — o fundamental para decisão entre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O limiar é uma alavanca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decisão nasce de um limiar sobre a probabilidade — e 0,5 não é sagrado.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Limiar baixo: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mais alarmes: revocação sobe, precisão cai.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Limiar alto: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menos alarmes: precisão sobe, ameaças escapam.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Calibração: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ponto de corte é negociado com o operador, pelo custo do erro.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maior parte dos problemas operacionais pede decisão entre classes: este contato é hostil ou neutro? esta imagem contém um alvo? este tráfego de rede é anômalo? A probabilidade é informação operacional.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probabilidade diz quanto o modelo acredita — e permite priorizar a atenção do analista.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2.2 — ARMADILHA COMUM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 acurácia agregada engana em problemas de classe rara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201400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Com 12% de contatos hostis, o classificador que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nunca dispara o alarme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acerta 88% das vezes — e é operacionalmente inútil. Nunca avalie um problema desbalanceado por acurácia.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A matriz de confusão, lida a custo operacional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alibri"/>
              </a:rPr>
              <a:t>Verdadeiro negativo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neutro tratado como neutro — rotina.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017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1272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alibri"/>
              </a:rPr>
              <a:t>Falso positivo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42900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alarme falso — carga de triagem, fadiga do operador.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19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Falso negativo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1999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C9D6E6"/>
                </a:solidFill>
                <a:latin typeface="Calibri"/>
              </a:rPr>
              <a:t>ameaça não detectada — o erro que custa caro.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160519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27024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alibri"/>
              </a:rPr>
              <a:t>Verdadeiro positivo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571999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ameaça detectada — o objetivo do sistema.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43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As métricas que informam a decisão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063240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4800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3A5F"/>
                </a:solidFill>
                <a:latin typeface="Calibri"/>
              </a:rPr>
              <a:t>Precisão —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dos alarmes disparados, quantos eram ameaças reais?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630168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675888"/>
            <a:ext cx="4800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3A5F"/>
                </a:solidFill>
                <a:latin typeface="Calibri"/>
              </a:rPr>
              <a:t>Revocação —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das ameaças reais, quantas o sistema detectou?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197096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42816"/>
            <a:ext cx="4800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3A5F"/>
                </a:solidFill>
                <a:latin typeface="Calibri"/>
              </a:rPr>
              <a:t>F1-score —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equilíbrio entre as duas em um único número.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764024"/>
            <a:ext cx="5212080" cy="47548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809744"/>
            <a:ext cx="4800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3A5F"/>
                </a:solidFill>
                <a:latin typeface="Calibri"/>
              </a:rPr>
              <a:t>Curva precision–recall —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mapa completo dos limiares possíveis.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Falsos negativos e falsos positivos têm custos radicalmente diferentes — é o custo, não a acurácia, que guia o limiar.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Árvores de decisão e florestas aleatórias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árvore: legível, mas frágil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Partições sucessivas do espaço em regras se–então, legíveis por qualquer analista.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Força: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captura não linearidades e interações sem padronização.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Fraqueza: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crescida em profundidade, decora o ruído do treino (sobreajuste).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Sintoma: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desempenho excelente no treino, medíocre no teste.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Controle: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limitar profundidade e folhas mínimas — a poda é disciplina.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floresta: o comitê que estabiliza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Centenas de árvores treinadas em amostras e atributos aleatórios votam em conjunto.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Bagging: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variância de cada árvore se cancela na média do comitê.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Robustez: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F1 elevado sem ajuste fino de hiperparâmetros.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Auditoria: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importâncias de atributos indicam o que sustenta a decisão.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perde-se a leitura de uma árvore única; ganha-se estabilidade.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comitê troca a legibilidade individual por desempenho estável — sem abrir mão da auditoria via importâncias.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Máquinas de vetores de suporte: margem máxima e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Margem máxima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Entre todos os separadores possíveis, a SVM escolhe o mais distante das duas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Vetores de suporte: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só os exemplos na fronteira definem o modelo.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separador estável, menos sensível a ruído distante da fronteira.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O truque do 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Fronteiras não lineares sem construir o espaço transformado — só produtos internos.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611880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Kernel RBF: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padrão para relações suaves e não lineares.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Onde brilha: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alta dimensão com poucos exemplos rotulados.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 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Cuidados de engenharia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SVM é exigente na preparação — e recompensa quem a trata com rigor.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611880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Padronização: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obrigatória: escalas díspares distorcem a margem.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Hiperparâmetros: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 (tolerância a erros) e γ (alcance do kernel) exigem busca.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treino cresce rápido com o volume de dados.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Acople a padronização ao modelo (pipeline) — ajustada só no treino, aplicada ao teste.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Quando preferir cada família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1033271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28216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Linear / logística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28216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Transparência máxima, poucos dados, necessidade de auditoria direta — e sempre como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70632"/>
            <a:ext cx="11155680" cy="1033271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Árvores / florestas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9864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Dados tabulares heterogêneos, não linearidades, importâncias de atributos para explicar a decisão.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41064"/>
            <a:ext cx="11155680" cy="1033271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SVM (kernel RBF)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6908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Alta dimensionalidade com poucos exemplos; fronteiras suaves e margem estável.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120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21808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Não há modelo universalmente superior. </a:t>
            </a:r>
            <a:r>
              <a:rPr sz="1350" b="0" i="0">
                <a:solidFill>
                  <a:srgbClr val="C9D6E6"/>
                </a:solidFill>
                <a:latin typeface="Calibri"/>
              </a:rPr>
              <a:t>A escolha é empírica: compare sob o mesmo protocolo e decida pesando desempenho, variância, custo e auditabilidade.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melhor escolha de notebook nem sempre é a melhor escolha operacional.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Aplicação integrada: comparação honesta sob validação cruzada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mesmo problema — classificação de ameaças a partir de leituras de sensores, com classes desbalanceadas — e um único protocolo para todos os modelos: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Mesmos dados, mesmas partições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76272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validação cruzada estratificada (k = 5) preserva a fração da classe rara em cada dobra.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Pipelines completos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padronização acoplada ao modelo e ajustada só no treino de cada dobra — sem vazamento.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Métrica ao custo do erro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858768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F1 da classe positiva, reportado com média e desvio entre as partições.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Decisão multidimensional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700016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desempenho, variância, custo de inferência e auditabilidade — pesados juntos.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Resultado típico em tabular: a floresta aleatória lidera; a logística fica próxima — e é mais auditável.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ranking importa menos que o método: quem compara honestamente pode defender a escolha.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pipeline comparativo, em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675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sklearn.datasets import make_classification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sklearn.model_selection import StratifiedKFold, cross_val_score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sklearn.pipeline import make_pipeline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sklearn.preprocessing import StandardScaler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sklearn.linear_model import LogisticRegression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sklearn.ensemble import RandomForestClassifier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from sklearn.svm import SVC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X, y = make_classification(n_samples=2500, n_features=16,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                   n_informative=8, weights=[0.85, 0.15],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                   random_state=0)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modelos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"Logistica": make_pipeline(StandardScaler(),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LogisticRegression(class_weight="balanced")),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"Floresta": RandomForestClassifier(n_estimators=300,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class_weight="balanced", random_state=0),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"SVM (RBF)": make_pipeline(StandardScaler(),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SVC(kernel="rbf", class_weight="balanced")),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cv = StratifiedKFold(n_splits=5, shuffle=True, random_state=0)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for nome, modelo in modelos.items():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f1 = cross_val_score(modelo, X, y, cv=cv, scoring="f1")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print(f"{nome:10s} F1 = {f1.mean():.3f} +/- {f1.std():.3f}")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Todos os modelos são avaliados sob as mesmas partições estratificadas — comparação justa.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padronização entra via make_pipeline: é reajustada dentro de cada dobra, sem vazamento.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class_weight="balanced" compensa a classe rara em todos os candidatos.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F1 é reportado com o desvio entre partições — um número único esconde a variância.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Versão completa e executável no notebook do capítulo, no repositório da obra.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Regressão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baseline natural da previsão; coeficientes auditáveis em linguagem de engenharia.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Regressão logística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probabilidades via sigmoide; o limiar de decisão é alavanca operacional, não constante.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Classes desbalanceadas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acurácia engana; avalie por precisão, revocação, F1 e matriz de confusão.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Árvores → florestas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bagging corrige o sobreajuste da árvore e entrega importâncias de atributos.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margem máxima e kernel RBF; exige padronização e ajuste de C e 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Nenhum modelo universal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compare sob validação cruzada estratificada e decida pelo conjunto: F1, variância, custo, auditoria.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Do previsível ao decidível: o repertório clássico é a régua de honestidade de tudo o que vem depois.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Avaliar desbalanceado por acurácia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8249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com classe rara, o modelo que nunca dispara parece ótimo. Use precisão, revocação e F1 por classe.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Vazar informação na padronização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5117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ajustar o escalador com todos os dados contamina o teste. Ajuste só no treino — acople via 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Confiar em uma árvore profunda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1985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regras legíveis que decoram ruído. Pode a árvore ou prefira a floresta.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Usar SVM sem padronizar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8853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escalas díspares distorcem a margem; C e γ sem busca desperdiçam o modelo.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Eleger campeão por um número único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15721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sem variância entre partições e sem custo operacional, o ranking é ilusão.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Cada armadilha tem o mesmo antídoto: protocolo explícito, métricas ao custo do erro e ceticismo com resultados bons demais.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entury Schoolbook"/>
              </a:rPr>
              <a:t>Capítulo 3 — Redes Neurais Artificiais e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Do perceptron ao MLP, a retropropagação, as arquiteturas convolucional e recorrente — com implementação em TensorFlow/Keras e PyTorch. Fechamos o Módulo 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muda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As redes ampliam o repertório para percepção — imagens, séries, linguagem — onde os clássicos não alcançam.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disciplina deste capítulo: baseline honesta, métricas ao custo do erro, validação sem vazamento.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crivo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Uma rede profunda só se justifica quando supera a baseline clássica com folga mensurável.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Os modelos clássicos não saem de cena: tornam-se a régua contra a qual o deep learning terá de se provar.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