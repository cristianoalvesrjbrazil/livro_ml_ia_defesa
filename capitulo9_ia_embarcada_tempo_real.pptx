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204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1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321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379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7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467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029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00584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50876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01168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51460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0175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5204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0233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2627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19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53211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0350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5379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509760" y="4754880"/>
            <a:ext cx="1280160" cy="128016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98280" y="4343400"/>
            <a:ext cx="2103120" cy="210312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86800" y="3931920"/>
            <a:ext cx="2926080" cy="292608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75320" y="3520440"/>
            <a:ext cx="3749039" cy="3749039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 spc="300">
                <a:solidFill>
                  <a:srgbClr val="AFC3DC"/>
                </a:solidFill>
                <a:latin typeface="Calibri"/>
              </a:rPr>
              <a:t>QUANTUM STRATEGIC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 spc="300">
                <a:solidFill>
                  <a:srgbClr val="AFC3DC"/>
                </a:solidFill>
                <a:latin typeface="Calibri"/>
              </a:rPr>
              <a:t>CAPÍTULO 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224028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entury Schoolbook"/>
              </a:rPr>
              <a:t>IA Embarcada e Computação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entury Schoolbook"/>
              </a:rPr>
              <a:t>em Tempo Real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06908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1">
                <a:solidFill>
                  <a:srgbClr val="C9D6E6"/>
                </a:solidFill>
                <a:latin typeface="Calibri"/>
              </a:rPr>
              <a:t>Dos algoritmos clássicos à IA embarcada em aplicações operacionais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806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Cristiano Alves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FC3DC"/>
                </a:solidFill>
                <a:latin typeface="Calibri"/>
              </a:rPr>
              <a:t>Módulo IV — Operação e Governança · Rio de Janeiro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ANTES DO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Objetivos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Ao final deste capítulo, você será capaz de: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762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Compreender.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as restrições da borda — energia, memória, latência e computação — e como elas redesenham o projeto do modelo.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0116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59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1762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Entender.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edge computing e a operação em ambientes negados (DDIL), e por que a autonomia é requisito operacional e de soberania.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478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Aplicar.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as técnicas de otimização — quantização, pruning e destilação — trocando acurácia por eficiência de forma medida.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3832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59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5478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Implantar.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modelos com TensorFlow Lite e ONNX, e empregar aceleradores dedicados.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5488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50657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0840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919472"/>
            <a:ext cx="10012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Projetar.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uma cadeia de inferência para uma plataforma real (VANT), equilibrando acurácia, latência, energia e confiabilidade.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melhor modelo que não cabe na plataforma é inútil — a implantação é engenharia de primeira classe, não um detalhe posterior.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CAPÍTULO DE ORIENTAÇÃO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Do laboratório à plataforma de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9.1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As restrições da borda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Energia, memória, latência e computação; acurácia por watt, por milissegundo, por megabyte.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9.2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Edge e ambientes negados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DDIL: por que processar na borda é a diferença entre operar e ficar cego.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9.3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Otimização de modelos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Quantização, pruning e destilação — encolher e acelerar, trocando acurácia por eficiência.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9.4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Implantação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TensorFlow Lite, ONNX e aceleradores dedicados (GPU, NPU, TPU, FPGA).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9.5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Estudo de caso: VANT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Partir do orçamento da plataforma e medir no alvo — a cauda (p95), não a média.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402336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A pergunta do capítulo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entury Schoolbook"/>
              </a:rPr>
              <a:t>O modelo cabe e corre onde a operação de fato acontece — sob energia, latência e sem nuvem?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Módulo IV transforma modelos em capacidades implantáveis, confiáveis e governadas. Este capítulo cuida da engenharia.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9.1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As restrições da borda: um abismo de 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679192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Energia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1305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mais implacável a bateria.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2176272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potência gasta em computação é autonomia e alcance perdidos.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6704" y="1600200"/>
            <a:ext cx="2679192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210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1874519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Memória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651760"/>
            <a:ext cx="21305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RAM e armazenamento.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3383280"/>
            <a:ext cx="2176272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um modelo de centenas de MB simplesmente não cabe.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600200"/>
            <a:ext cx="2679192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64807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7" y="1874519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Latência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2651760"/>
            <a:ext cx="21305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Imposta pelo tempo real.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3383280"/>
            <a:ext cx="2176272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uma detecção que chega tarde é inútil, por mais correta (Cap. 4).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4272" y="1600200"/>
            <a:ext cx="2679192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0859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2" y="1874519"/>
            <a:ext cx="1444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Computação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2651760"/>
            <a:ext cx="21305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Fração ínfima do datacenter.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3383280"/>
            <a:ext cx="2176272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e a térmica limita quanto se processa antes de superaquecer.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CONTEXTO
DE DEFESA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Num VANT, cada watt em inferência é autonomia de voo perdida; cada milissegundo, uma decisão desatualizada. Modelo e plataforma são coprojetados: um detector que exige mais do que o VANT carrega é inadequado à missão.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As métricas mudam: não basta a acurácia — passam a importar acurácia por watt, por milissegundo e por megabyte.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9.2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Edge computing e ambientes negados (DDIL)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Por que processar na borda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Trazer a inferência para a própria plataforma — quatro razões.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Latência: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 ida e volta à nuvem é lenta demais para o tempo real.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Conectividade DDIL: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Negada, Degradada, Intermitente, Limitada — o adversário bloqueia.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Segurança e autonomia: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não enviar dados de sensor a terceiros; funcionar cortado de tudo.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A dimensão de soberania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Quem depende de nuvem estrangeira depende de quem pode desligá-la.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No plano técnico: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operar na borda, com modelos abertos e auto-hospedados (Cap. 6).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Materializa: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 soberania tecnológica do Cap. 1, sobre hardware sob controle nacional.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Em ambiente negado: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 autonomia é a diferença entre operar e ficar cego.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 implicação de projeto é direta. </a:t>
            </a:r>
            <a:r>
              <a:rPr sz="1300" b="0" i="0">
                <a:solidFill>
                  <a:srgbClr val="C9D6E6"/>
                </a:solidFill>
                <a:latin typeface="Calibri"/>
              </a:rPr>
              <a:t>O modelo deve ser autossuficiente e eficiente o bastante para correr localmente, sem apoio externo — o que torna as técnicas de otimização não um luxo, mas uma necessidade.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campo de batalha é um ambiente DDIL: não se pode pressupor um enlace com a retaguarda.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9.3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A5F"/>
                </a:solidFill>
                <a:latin typeface="Century Schoolbook"/>
              </a:rPr>
              <a:t>Otimização: quantização, pruning e destilação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Quantização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Reduz a precisão numérica — de float32 para int8.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3108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Ganho: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≈ 4× menor, aritmética inteira mais rápida, menos energia.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Custo: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pequena perda de acurácia, controlável no treino.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Mapa: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r ≈ s·(q − z): escala e ponto-zero.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Pruning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Remove os pesos que pouco contribuem.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474720"/>
            <a:ext cx="3108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Não estruturado: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zera pesos individuais: rede esparsa.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Estruturado: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remove canais/filtros: menor e denso, acelera em qualquer HW.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Prática: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poda gradual, com re-treino entre etapas.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Destilação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Um aluno pequeno imita um professor grande.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474720"/>
            <a:ext cx="3108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Como: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treina sobre as saídas suavizadas por uma temperatura T.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Ganho: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aluno compacto que retém boa parte da capacidade.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Retém: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não só o rótulo, mas a estrutura das confianças.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Boa prática: um modelo comprimido é um modelo diferente — meça sua acurácia (e robustez, Cap. 8) no alvo. Medir, não presumir.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9.4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Implantação: TensorFlow Lite, ONNX e aceleradores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TFL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TensorFlow 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Executa modelos Keras em dispositivos móveis e embarcados.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Onde: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de smartphones a microcontroladores.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Suporte: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interpretadores otimizados e quantização.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ONNX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Formato interoperável de modelo.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Desacopla: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framework de treino do alvo de implantação.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Soberania: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não prende a operação a um único fornecedor.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Aceleradores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Hardware dedicado para inferência eficiente.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Tipos: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GPUs embarcadas, NPUs, edge TPUs, FPGAs.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Ganho: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eficiência muito superior à de uma CPU genérica.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9377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Treina-se em qualquer biblioteca, exporta-se para ONNX, executa-se em qualquer alvo. </a:t>
            </a:r>
            <a:r>
              <a:rPr sz="1300" b="0" i="0">
                <a:solidFill>
                  <a:srgbClr val="C9D6E6"/>
                </a:solidFill>
                <a:latin typeface="Calibri"/>
              </a:rPr>
              <a:t>A portabilidade é, ela própria, uma vantagem de soberania.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Otimizado o modelo, resta implantá-lo: três elementos compõem a cadeia de ferramentas da borda.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9.5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Estudo de caso: inferência em VANT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O processo inverte a ordem habitual: </a:t>
            </a:r>
            <a:r>
              <a:rPr sz="1400" b="1" i="0">
                <a:solidFill>
                  <a:srgbClr val="1B3A5F"/>
                </a:solidFill>
                <a:latin typeface="Calibri"/>
              </a:rPr>
              <a:t>começa-se pelo orçamento da plataforma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, não pelo modelo: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31136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76272"/>
            <a:ext cx="3429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Fixar os limites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176272"/>
            <a:ext cx="6492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a latência máxima do fluxo de quadros, a energia disponível, a memória.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44368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054096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72384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17520"/>
            <a:ext cx="3429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Otimizar para caber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17520"/>
            <a:ext cx="6492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arquitetura eficiente, quantizada, podada, eventualmente destilada.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85615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895344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1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58768"/>
            <a:ext cx="3429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Implantar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858768"/>
            <a:ext cx="6492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via TFLite ou ONNX sobre o acelerador da plataforma.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26864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736592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00016"/>
            <a:ext cx="3429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Medir NO ALVO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700016"/>
            <a:ext cx="6492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latência, vazão, energia e acurácia — na plataforma, não no laptop.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A latência de pior caso (p95) — não a média — decide se um quadro será perdido em tempo real.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cauda, de novo: a mesma lição dos Caps. 7 e 8, agora em tempo de inferência.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9.5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Medir no alvo e degradar com graça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▁▂█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A cauda decide, não a média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É a latência de pior caso que determina se um quadro se perde.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Reportar: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latência mediana E p95; vazão em inferências por segundo.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No alvo: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 latência e o consumo no hardware real, não no computador de dev.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Regra: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dimensione o modelo à cauda, não à média.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Degradação graciosa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Uma plataforma confiável deve falhar em segurança.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Sob sobrecarga: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reduzir a taxa de quadros, sinalizar baixa confiança.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Nunca: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travar ou produzir saídas silenciosamente erradas.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Ceder: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controle ao operador — a decisão que importa é humana.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CONTEXTO
DE DEFESA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Quanto mais autônoma e independente a plataforma na borda, mais aguda a pergunta sobre quem responde pelo que ela faz. A plataforma percebe e tria; a decisão que importa permanece humana — tema do Cap. 10.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autonomia na borda, que este capítulo entrega, é o que torna o controle humano do próximo urgente.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LISTAGEM 9.4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Medição no alvo: latência e vazão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7040880" cy="4297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675120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import time, numpy as np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import onnxruntime as ort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sessao = ort.InferenceSession("modelo.onnx",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providers=["CPUExecutionProvider"])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entrada = np.random.randn(1, 3, 224, 224).astype(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                            "float32")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for _ in range(10):           # aquecimento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sessao.run(None, {"entrada": entrada})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tempos = []                   # medicao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for _ in range(200):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t0 = time.perf_counter()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sessao.run(None, {"entrada": entrada})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tempos.append(time.perf_counter() - t0)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tempos = np.array(tempos) * 1000.0   # ms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print(f"mediana: {np.median(tempos):.1f} ms")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print(f"p95:     {np.percentile(tempos, 95):.1f} ms")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916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O que observar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48840"/>
            <a:ext cx="37947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aquecimento descarta a partida (compilação, cache) — mede o regime real.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p95, não a média, deve caber no orçamento de tempo real: é a cauda que perde quadros.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medição é NO ALVO: latência e consumo no laptop podem ser muito diferentes.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ONNX Runtime executa sem depender do framework de treino (portabilidade).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No notebook, a quantização int8 dá ~4× de compressão, e a curva de pruning mostra a rede sustentar até ~80% de poda.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Resumo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Restrições da borda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688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energia, memória, latência, computação; acurácia por watt, ms e MB. Modelo e plataforma coprojetados.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Edge e DDIL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4688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inferência na plataforma por latência, conectividade negada, segurança e autonomia.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Quantização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4688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reduz a precisão (≈ 4× menor em int8), com pequena perda controlável.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Pruning e destilação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57200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remove pesos redundantes; treina um aluno compacto a partir de um professor.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Implantação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457200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TFLite (embarcados), ONNX (interoperável, soberania) e aceleradores dedicados.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Medir no alvo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457200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parte do orçamento e mede na plataforma: a p95, não a média; degradar com graça.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Fazer a IA operar onde a operação de fato acontece — e, mais autônoma a borda, mais urgente o controle humano.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PARA NÃO ERRAR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Armadilhas comuns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8249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Otimizar só a acurácia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682496"/>
            <a:ext cx="6263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melhor modelo que não cabe na energia, memória ou latência é inútil. Coprojete modelo e plataforma pelo orçamento.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6888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Pressupor conectividade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551176"/>
            <a:ext cx="6263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ambiente é DDIL: o adversário nega e degrada as comunicações. Projete para operar na borda, com autonomia.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3756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1985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Quantizar ou podar sem reavaliar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419856"/>
            <a:ext cx="6263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um modelo comprimido é diferente: meça acurácia — e robustez adversarial — no alvo. A compressão tem um custo.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0624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0624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8853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Medir no computador de 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4288536"/>
            <a:ext cx="6263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latência e o consumo no alvo podem diferir muito. Faça o benchmark no hardware real de emprego.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7492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7492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5721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Reportar a média em vez da cauda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5157216"/>
            <a:ext cx="6263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é a p95 que determina se um quadro se perde. Dimensione à cauda — e preveja a degradação graciosa.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Sob sobrecarga ou baixa confiança, a plataforma deve falhar em segurança — jamais travar ou errar em silêncio (Cap. 10).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9.6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 caminho à frente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2103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FC3DC"/>
                </a:solidFill>
                <a:latin typeface="Calibri"/>
              </a:rPr>
              <a:t>PRÓXIMO CAPÍTULO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entury Schoolbook"/>
              </a:rPr>
              <a:t>Capítulo 10 — Ética, Regulação e IA em Sistemas de Armas Autônomos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C9D6E6"/>
                </a:solidFill>
                <a:latin typeface="Calibri"/>
              </a:rPr>
              <a:t>O último passo — e o que dá sentido a todos os anteriores. Os marcos internacionais, o controle humano significativo, o direito internacional humanitário e a governança técnica: auditabilidade e rastreabilidade.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Tornamos a IA implantável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sob as restrições da borda, comprimida e servida por TFLite, ONNX e aceleradores.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Falta a governança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capacidade de operar com autonomia torna a pergunta do controle humano urgente.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O que permanece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comparar, medir a cauda, validar o envelope, manter o humano — do técnico ao normativo.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Quanto mais autônoma a plataforma, mais aguda a pergunta sobre quem responde pelo que ela faz — o tema do fecho da obra.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