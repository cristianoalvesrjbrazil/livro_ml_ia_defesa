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Aprendizado por Reforço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Profundo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III — Decisão Autônoma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Formular.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um problema de decisão sequencial como um MDP — estados, ações, recompensas, transições e desconto — e o laço agente–ambiente.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funções de valor (V e Q) e as equações de Bellman como o fundamento matemático do reforço.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métodos baseados em valor — Q-learning tabular com ε-guloso e o Deep Q-Network (replay e rede-alvo).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métodos baseados em política — REINFORCE, ator-crítico (A2C) e PPO — e distinguir quando cada família convém.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Reconhecer.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aplicações e os riscos próprios — má especificação da recompensa, lacuna sim-to-real — que tornam o controle humano indispensável.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Até aqui os modelos observavam e classificavam; agora um agente escolhe ações e, por meio delas, altera o mundo.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Da recompensa à ação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MDP e Bellman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Estados, ações, recompensa e desconto; funções de valor V e Q e a equação de otimalidade.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Métodos de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Q-learning tabular com ε-guloso; o DQN estende a estados complexos (replay, rede-alvo).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Métodos de política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REINFORCE, A2C e PPO — otimizam a política diretamente; PPO em ações contínuas.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Agente de controle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Treinar com PPO em simulação e avaliar com rigor — a cauda, não só a média.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Riscos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Recompensa e sim-to-real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Reward hacking e a lacuna simulação–realidade: por que o controle humano é indispensável.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Quando é seguro deixar um agente agir — e quem responde pelo que ele faz?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Um classificador que erra produz um rótulo errado; um agente que erra produz um ato errado, que se propaga no tempo.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O problema do aprendizado por reforço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O agente observa um estado, escolhe uma ação, recebe uma recompensa e um novo estado — e busca maximizar o </a:t>
            </a:r>
            <a:r>
              <a:rPr sz="1500" b="1" i="0">
                <a:solidFill>
                  <a:srgbClr val="1B3A5F"/>
                </a:solidFill>
                <a:latin typeface="Calibri"/>
              </a:rPr>
              <a:t>retorno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não a recompensa imediata: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Gₜ = rₜ₊₁ + γ rₜ₊₂ + γ² rₜ₊₃ + …  =  Σₖ γᵏ rₜ₊ₖ₊₁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fator de desconto γ ∈ [0, 1) pondera o presente contra o futuro: perto de 0, imediatista; perto de 1, previdente.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584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Sinal avaliativo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7705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não instrutivo: o agente sabe quão boa foi a consequência, não a ação certa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584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Atribuição de crédito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87705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que ação, na sequência, foi responsável pelo resultado?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584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Exploração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87705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para achar boas ações, é preciso experimentar as ainda desconhecidas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reforço é o paradigma natural para a decisão sequencial sob incerteza: manobra tática, alocação de recursos, trajetórias, controle de plataformas. O agente otimiza o que se lhe pede, não o que se pretende — e aí mora o risco.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sinal é avaliativo e, muitas vezes, atrasado: uma ação decisiva pode só ser recompensada muitos passos depois.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1B3A5F"/>
                </a:solidFill>
                <a:latin typeface="Century Schoolbook"/>
              </a:rPr>
              <a:t>Processos de decisão de Markov e as equações de Bellman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O MDP e as funções 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quíntupla (S, A, P, R, γ); o futuro depende só do estado presente (Markov).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V(s):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quão bom é estar em um estado — o retorno esperado a partir dele.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Q(s,a):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quão boa é uma ação em um estado — a mais útil para decidir.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Política ótima: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π*(s) = argmaxₐ Q*(s,a): agir é imediato, conhecido Q*.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recursão de Bellman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valor de um estado se relaciona ao dos estados seguintes.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Otimalidade: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Q*(s,a) = Σ P·[ r + γ maxₐ' Q*(s',a') ].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 chave: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estrutura recursiva torna o problema tratável.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Todo o RL: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estimar Q* (ou π*) da experiência, sem conhecer a dinâmica 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iteração de valor conhece a dinâmica; o RL, não.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O agente resolve o mesmo problema apenas interagindo — e recupera praticamente a mesma política ótima.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 mede o valor de um estado; Q, o de uma ação nele — e a política ótima é simplesmente gulosa em relação a Q*.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Métodos baseados em valor: Q-learning e 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Q←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Q-learning tabular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Ajusta a estimativa na direção do alvo de Bellman amostrado.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Atualização: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Q(s,a) ← Q(s,a) + α[ r + γ maxₐ' Q(s',a') − Q(s,a) ].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Convergência: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para Q* sob condições brandas, sem modelo da dinâmica.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ε-guloso: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com prob. ε age ao acaso (explora); senão, gulosamente (explota).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Deep Q-Network (DQN)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Aproxima Q(s,a;θ) por uma rede — para estados muitos ou contínuos.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Replay de experiência: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minilotes ao acaso quebram a correlação temporal.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Rede-alvo: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cópia atualizada só periodicamente: alvo estável.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Célebre: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aprendeu dezenas de jogos de Atari direto dos pixels.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BOA
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Replay e rede-alvo não são detalhes: separam um DQN que aprende de um que diverge. Em RL a instabilidade é ainda maior — os dados de treino mudam à medida que a política muda: o agente aprende sobre um alvo móvel.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dilema exploração × explotação: sempre explotar impede descobrir ações melhores ainda não testadas.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3A5F"/>
                </a:solidFill>
                <a:latin typeface="Century Schoolbook"/>
              </a:rPr>
              <a:t>Métodos baseados em política: REINFORCE, A2C e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∇π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REINFORCE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Otimiza a política πθ diretamente, por gradiente sobre o retorno.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Ideia: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aumenta a probabilidade de ações que levaram a retornos altos.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alta variância — o treino é ruidoso.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Ator-crítico (A2C)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ator (política) e um crítico (valor) que dá uma linha de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Vantagem: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A(s,a) = Q − V: o quanto a ação supera a média do estado.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reduz a variância do REINFORCE.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PPO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Limita o quanto a política muda a cada passo (objetivo recortado).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quê: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estável e simples de ajustar — o cavalo de batalha do RL aplicado.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ações contínuas: leme, potência, guinada — controle de plataformas.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escolha segue a natureza do problema.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Métodos de valor (DQN) convêm a ações discretas; métodos de política (PPO) lidam naturalmente com ações contínuas — a opção usual em controle.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REINFORCE é a base; A2C reduz sua variância; PPO estabiliza — e tornou-se a referência do reforço aplicado.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Treinar e avaliar um agente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Treinar com PPO em simulação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Estabilizar e pousar uma plataforma — proxy didático e seguro.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Treino: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inteiramente em simulação, onde quase todo RL ocorre.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Método: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PPO: objetivo recortado, estável e robusto.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Ambiente: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interface reset() / step() — a convenção universal do 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▁▂█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Avaliar pela cauda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Passo inegociável: a média não basta — a cauda decide.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Reportar: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retorno médio, o pior 5% e a taxa de falha.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quê: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 bom desempenho médio pode esconder falhas catastróficas.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quando o agente age, é o pior caso que determina se é seguro.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mesma lição dos Caps. 7 e 8, em tempo de decisão.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O processo inverte a ordem habitual: começa pelo orçamento e mede o pior caso, não a média.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Um agente de bom retorno médio pode falhar de modo inaceitável no pior caso — e é o pior caso que decide o emprego.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Dois riscos próprios do reforço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Má especificação da recompensa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agente otimiza exatamente o que se recompensa, não o que se pretende.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Reward hacking: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maximiza o número e subverte a intenção.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Exemplo: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 bônus por “manter-se operando” faz o agente vagar em vez de concluir.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projete e teste a recompensa com o mesmo cuidado que o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Lacuna simulação–realidade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Agentes treinados em simulação degradam-se no mundo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Sim-to-real gap: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uma forma aguda do deslocamento de domínio (Caps. 4 e 6).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Mitigar: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validar nas condições de emprego, não nas de laboratório.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Cuidado: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exploração irrestrita no mundo real pode ser perigosa.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controle de plataformas por aprendizado é tecnicamente contínuo com o de sistemas de armas — a diferença está no que a plataforma faz, não em como aprende. O reforço amplia o que a máquina faz; não altera quem responde pelo que ela faz.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Um agente que age sem controle humano transfere a uma função de recompensa uma responsabilidade indelegável.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7.1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Q-learning tabular com exploração ε-gulosa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Q = np.zeros((n_estados, n_acoes))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alfa, gama, epsilon = 0.1, 0.95, 0.1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def politica_epsilon_gulosa(s):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if rng.uniform() &lt; epsilon: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return int(rng.integers(n_acoes))  # explora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return int(np.argmax(Q[s]))            # explota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for episodio in range(5000):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s = partida_exploratoria()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for passo in range(100):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a = politica_epsilon_gulosa(s)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s_prox, r, fim = ambiente_passo(s, a)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# alvo de Bellman amostrado: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alvo = r + gama * (0.0 if fim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 else np.max(Q[s_prox]))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Q[s, a] += alfa * (alvo - Q[s, a])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s = s_prox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if fim: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break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politica = np.argmax(Q, axis=1)  # gulosa em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agente aprende SÓ interagindo — sem conhecer a dinâmica do ambiente.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política ε-gulosa equilibra explorar (ação ao acaso) e explotar (a de maior valor).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atualização move Q na direção do alvo de Bellman — a recursão feita amostra.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política ótima é simplesmente gulosa em relação à Q aprendida.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notebook, o Q-learning recupera a mesma política da iteração de valor — que precisava conhecer a dinâmica.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Retorno descontado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agente maximiza Gₜ = Σₖ γᵏ rₜ₊ₖ₊₁; sinal avaliativo e atrasado.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MDP e Bellman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V e Q são o fundamento; a política ótima é gulosa em relação a Q*.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Métodos de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Q-learning tabular (ε-guloso) e DQN (rede, replay, rede-alvo).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Métodos de política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REINFORCE, A2C (vantagem) e PPO — preferível em ações contínuas.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Aplicações e riscos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controle e trajetórias; reward hacking e a lacuna simulação–realidade.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Avaliar pela cauda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pior caso, não a média, decide a segurança — e o controle humano é indispensável.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Quando o modelo passou a agir, comparar, medir a cauda e manter o humano deixaram de ser prática e viraram segurança.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Especificar mal a recompensa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8249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agente otimiza o que se recompensa, não o que se pretende. Projete e teste a recompensa como se testa o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Ignorar a lacuna sim-to-real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5117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agente excelente em simulação pode falhar no mundo real. Valide nas condições de emprego.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Avaliar pela 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1985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bom retorno médio esconde falhas catastróficas na cauda. Reporte o pior caso e a taxa de falha.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Explorar de forma insegura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28853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pouca exploração trava o agente; exploração irrestrita no mundo real pode ser perigosa. Prefira simulação.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Usar RL onde bastava um controlador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5721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reforço é caro, instável e difícil de auditar. Exija que ele prove sua vantagem sobre o método clássico.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O comportamento emergente de um agente é difícil de prever e auditar: a decisão de agir permanece humana (Cap.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7.6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entury Schoolbook"/>
              </a:rPr>
              <a:t>Capítulo 8 — Robustez Adversarial em IA para Defesa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Um sistema que age é também um sistema que pode ser atacado. As vulnerabilidades de todos os modelos vistos — classificadores, detectores, LLMs e agentes de RL — e as defesas, com verificação e validação.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Demos a capacidade de agir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 MDP e de Bellman aos métodos de valor (DQN) e de política (PPO), e ao controle autônomo.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Falta blindá-la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robustez adversarial fecha o Módulo III: envenenamento, exemplos adversariais, ataques físicos.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comparar contra baseline, medir a cauda, validar no emprego e manter o controle humano.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Sob as maiores apostas do livro, medir a cauda e manter o humano deixaram de ser boas práticas: são condições de segurança.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